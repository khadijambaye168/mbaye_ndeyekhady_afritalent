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748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474720" cy="347472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93495"/>
            <a:ext cx="1828800" cy="535305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47675" y="1371601"/>
            <a:ext cx="2266949" cy="390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 Site 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Développement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Site en Ligne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finale — Pages accessibles · Images chargées · JS fonctionnel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Prénom  | 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6160">
        <p:circle/>
      </p:transition>
    </mc:Choice>
    <mc:Fallback>
      <p:transition spd="slow" advTm="6160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6052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00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03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déployer un site web complet, accessible en ligne avec toutes ses fonctionnalités opérationnelles.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couvre la conception, le développement front-end &amp; back-end, ainsi que la mise en production.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4630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256032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26060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5216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00600" y="370332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37490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8521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actif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922">
        <p:circle/>
      </p:transition>
    </mc:Choice>
    <mc:Fallback>
      <p:transition spd="slow" advTm="1922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737360"/>
            <a:ext cx="594360" cy="59436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⟨/⟩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9385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et mise en forme des pages, responsive design mobile-first.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737360"/>
            <a:ext cx="594360" cy="59436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0" y="16002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9385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Interactivité, animations, appels API et validation des formulaires.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" y="3383280"/>
            <a:ext cx="594360" cy="59436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58444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Serveur, base de données, gestion des routes et authentification.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3383280"/>
            <a:ext cx="594360" cy="59436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32461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358444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cloud, CI/CD, certificat SSL, nom de domaine configuré.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133">
        <p:circle/>
      </p:transition>
    </mc:Choice>
    <mc:Fallback>
      <p:transition spd="slow" advTm="1133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 Finale du Site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1848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361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accessibles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5361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URLs répondent avec un code HTTP 200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0428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219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chargées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2219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image cassée, balises alt renseignées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99008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9077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fonctionnel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9077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erreur console, interactions actives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52044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67588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5935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5935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correct sur mobile, tablette et desktop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20624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36168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27939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27939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chargement &lt; 3s, score Lighthouse &gt; 80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253">
        <p:circle/>
      </p:transition>
    </mc:Choice>
    <mc:Fallback>
      <p:transition spd="slow" advTm="1253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Finalisé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en Production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désormais en ligne, toutes les vérifications ont été effectuées avec succès.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33172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3154680"/>
            <a:ext cx="233172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54680" y="3840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154680"/>
            <a:ext cx="233172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3200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Prénom  |  2026  |  Projet Web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735">
        <p:circle/>
      </p:transition>
    </mc:Choice>
    <mc:Fallback>
      <p:transition spd="slow" advTm="735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233</Words>
  <Application>Microsoft Office PowerPoint</Application>
  <PresentationFormat>Affichage à l'écran (16:9)</PresentationFormat>
  <Paragraphs>59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Web - Site en Ligne</dc:title>
  <dc:subject>PptxGenJS Presentation</dc:subject>
  <dc:creator>PptxGenJS</dc:creator>
  <cp:lastModifiedBy>Sosso</cp:lastModifiedBy>
  <cp:revision>5</cp:revision>
  <dcterms:created xsi:type="dcterms:W3CDTF">2026-06-16T23:58:30Z</dcterms:created>
  <dcterms:modified xsi:type="dcterms:W3CDTF">2026-06-17T01:01:05Z</dcterms:modified>
</cp:coreProperties>
</file>